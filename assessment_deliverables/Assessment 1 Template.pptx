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95D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52400" y="173377"/>
            <a:ext cx="11887200" cy="65175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type="ctrTitle"/>
          </p:nvPr>
        </p:nvSpPr>
        <p:spPr>
          <a:xfrm>
            <a:off x="1451250" y="228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Title of Research Article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524000" y="1894875"/>
            <a:ext cx="9144000" cy="29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Your name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Name of Advisor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Course : BSc(Hons) Cyber Security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Bath Spa University Academic Center RAK, UAE </a:t>
            </a:r>
            <a:endParaRPr b="1" sz="2000"/>
          </a:p>
        </p:txBody>
      </p:sp>
      <p:pic>
        <p:nvPicPr>
          <p:cNvPr descr="Bath Spa University Academic Centre RAK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5311275" y="5371200"/>
            <a:ext cx="65046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/>
              <a:t>Google drive links (anyone with link can view)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/>
              <a:t>- Pre presentation Video recording 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/>
              <a:t>- Poster link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Inspiration Behind Your Research Topic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Briefly explain what motivated you to choose this topic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Share any personal, academic, or societal relevance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Highlight the importance or urgency of the research area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Introduction 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Define the research problem or theme clearly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Provide background context to set the stage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State why this research matters in your field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Research Objectives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List 2-4 clear, focused objectives your study aims to achieve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Research Questions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 down research question and hypothesis (if applicable) </a:t>
            </a:r>
            <a:endParaRPr/>
          </a:p>
        </p:txBody>
      </p:sp>
      <p:pic>
        <p:nvPicPr>
          <p:cNvPr descr="Bath Spa University Academic Centre RAK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Brief Literature Review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Summarize key studies related to your topic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Identify gaps or controversies your research addresses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it concise: focus on relevance to your questions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Methodology 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Describe your research design (qualitative, quantitative, mixed)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Outline data collection methods and tools used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Mention sample size, participants, or data sources briefly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Key Findings of Study 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Present 3-5 main results or discoveries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simple visuals like charts or bullet points (if possible)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Highlight any surprising or significant outcomes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137" name="Google Shape;137;p20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Conclusion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Summarize what your findings mean for the field or practice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Suggest possible applications or future research directions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End with a strong, memorable takeaway message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144" name="Google Shape;144;p21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References 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 key references cited in your presentation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Bath Spa University Academic Centre RAK" id="151" name="Google Shape;151;p22"/>
          <p:cNvPicPr preferRelativeResize="0"/>
          <p:nvPr/>
        </p:nvPicPr>
        <p:blipFill rotWithShape="1">
          <a:blip r:embed="rId3">
            <a:alphaModFix/>
          </a:blip>
          <a:srcRect b="0" l="16979" r="16639" t="0"/>
          <a:stretch/>
        </p:blipFill>
        <p:spPr>
          <a:xfrm>
            <a:off x="10668000" y="165709"/>
            <a:ext cx="1147865" cy="172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